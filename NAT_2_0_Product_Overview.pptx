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61830"/>
          </a:solidFill>
          <a:ln w="12700">
            <a:solidFill>
              <a:srgbClr val="0618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64592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 2.0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0" y="292608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Autonomous Testing Platform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35661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AI-Powered. Self-Healing. Enterprise-Grade.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64008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Product Overview —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NAT 2.0?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2.0 is an enterprise QA automation platform that uses AI to generate tests, execute them across frameworks, and deliver production-quality results — with zero manual scaffolding.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2011680"/>
            <a:ext cx="3474720" cy="3657600"/>
          </a:xfrm>
          <a:prstGeom prst="roundRect">
            <a:avLst>
              <a:gd name="adj" fmla="val 1579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2011680"/>
            <a:ext cx="347472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2860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35204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tests from user stories, Swagger specs, or file uploads. Zero manual prompt engineering.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06240" y="2011680"/>
            <a:ext cx="3474720" cy="3657600"/>
          </a:xfrm>
          <a:prstGeom prst="roundRect">
            <a:avLst>
              <a:gd name="adj" fmla="val 1579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06240" y="2011680"/>
            <a:ext cx="347472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22860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389120" y="3017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Multi-Framework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43400" y="35204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Selenium, TypeScript Playwright, TestComplete JS — idiomatic output per framework.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474720" cy="3657600"/>
          </a:xfrm>
          <a:prstGeom prst="roundRect">
            <a:avLst>
              <a:gd name="adj" fmla="val 1579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2011680"/>
            <a:ext cx="347472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22860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🏢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229600" y="3017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Enterprise-Ready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183880" y="35204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download, CI/CD integration, multi-tenant capable, structured folder output.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3566160" cy="2377440"/>
          </a:xfrm>
          <a:prstGeom prst="roundRect">
            <a:avLst>
              <a:gd name="adj" fmla="val 2308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1188720"/>
            <a:ext cx="356616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25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🗂️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828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Catalog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22402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Browse, configure &amp; launch framework-specific test generation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0" y="1188720"/>
            <a:ext cx="3566160" cy="2377440"/>
          </a:xfrm>
          <a:prstGeom prst="roundRect">
            <a:avLst>
              <a:gd name="adj" fmla="val 2308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0" y="1188720"/>
            <a:ext cx="356616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325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251960" y="1828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Test Generation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51960" y="22402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source files, get production-quality test code in seconds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0" y="1188720"/>
            <a:ext cx="3566160" cy="2377440"/>
          </a:xfrm>
          <a:prstGeom prst="roundRect">
            <a:avLst>
              <a:gd name="adj" fmla="val 2308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955280" y="1188720"/>
            <a:ext cx="356616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1325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🔌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092440" y="1828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 Module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92440" y="22402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Swagger/OpenAPI-driven test generation with bearer token support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840480"/>
            <a:ext cx="3566160" cy="2377440"/>
          </a:xfrm>
          <a:prstGeom prst="roundRect">
            <a:avLst>
              <a:gd name="adj" fmla="val 2308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840480"/>
            <a:ext cx="356616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77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📁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11480" y="4480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Upload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" y="48920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entire project folders, generate tests at scale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0" y="3840480"/>
            <a:ext cx="3566160" cy="2377440"/>
          </a:xfrm>
          <a:prstGeom prst="roundRect">
            <a:avLst>
              <a:gd name="adj" fmla="val 2308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0" y="3840480"/>
            <a:ext cx="356616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0" y="3977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👁️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251960" y="4480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Preview &amp; ZIP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251960" y="48920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generated code inline, download structured ZIP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955280" y="3840480"/>
            <a:ext cx="3566160" cy="2377440"/>
          </a:xfrm>
          <a:prstGeom prst="roundRect">
            <a:avLst>
              <a:gd name="adj" fmla="val 2308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955280" y="3840480"/>
            <a:ext cx="356616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0" y="3977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092440" y="4480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TestComplete Integration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092440" y="48920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test generation for desktop/web via TestComplete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Catalog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Browse, configure &amp; launch test generation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1645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Java Selenium — Maven/Gradle POM structure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2148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TypeScript Playwright — async/await, cross-browser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651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TestComplete JS — Aliases, Log.Message, TestedApps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3154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Framework-aware prompt engineering per selection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Launch → parameter collection → code generation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097280"/>
            <a:ext cx="5852160" cy="1371600"/>
          </a:xfrm>
          <a:prstGeom prst="roundRect">
            <a:avLst>
              <a:gd name="adj" fmla="val 4000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0" y="1097280"/>
            <a:ext cx="585216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5544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 Java Selenium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424160" y="1554480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0" y="1554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0" y="2651760"/>
            <a:ext cx="5852160" cy="1371600"/>
          </a:xfrm>
          <a:prstGeom prst="roundRect">
            <a:avLst>
              <a:gd name="adj" fmla="val 4000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0" y="2651760"/>
            <a:ext cx="585216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3108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  TypeScript Playwright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424160" y="3108960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0" y="3108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0" y="4206240"/>
            <a:ext cx="5852160" cy="1371600"/>
          </a:xfrm>
          <a:prstGeom prst="roundRect">
            <a:avLst>
              <a:gd name="adj" fmla="val 4000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0" y="4206240"/>
            <a:ext cx="585216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46634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TestComplete JS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0424160" y="4663440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24160" y="4663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DESKTOP+WEB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Test Generation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2286000"/>
            <a:ext cx="2194560" cy="2560320"/>
          </a:xfrm>
          <a:prstGeom prst="roundRect">
            <a:avLst>
              <a:gd name="adj" fmla="val 2500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2286000"/>
            <a:ext cx="219456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4231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📥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29718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338328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 / Swagger / File Upload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2286000"/>
            <a:ext cx="2194560" cy="2560320"/>
          </a:xfrm>
          <a:prstGeom prst="roundRect">
            <a:avLst>
              <a:gd name="adj" fmla="val 2500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51760" y="2286000"/>
            <a:ext cx="219456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24231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743200" y="29718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338328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Framework-aware pattern extraction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2286000"/>
            <a:ext cx="2194560" cy="2560320"/>
          </a:xfrm>
          <a:prstGeom prst="roundRect">
            <a:avLst>
              <a:gd name="adj" fmla="val 2500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0" y="2286000"/>
            <a:ext cx="219456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4231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🏗️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120640" y="29718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20640" y="338328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AI generation function constructed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06640" y="2286000"/>
            <a:ext cx="2194560" cy="2560320"/>
          </a:xfrm>
          <a:prstGeom prst="roundRect">
            <a:avLst>
              <a:gd name="adj" fmla="val 2500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06640" y="2286000"/>
            <a:ext cx="219456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0" y="24231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498080" y="29718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98080" y="338328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API call with full context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784080" y="2286000"/>
            <a:ext cx="2194560" cy="2560320"/>
          </a:xfrm>
          <a:prstGeom prst="roundRect">
            <a:avLst>
              <a:gd name="adj" fmla="val 2500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784080" y="2286000"/>
            <a:ext cx="219456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84080" y="24231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875520" y="29718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875520" y="338328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+ ZIP with proper folder structure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37744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75488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13232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50976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Framework-aware prompt engineering ensures idiomatic, production-quality code per framework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Quality by Framework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3566160" cy="5029200"/>
          </a:xfrm>
          <a:prstGeom prst="roundRect">
            <a:avLst>
              <a:gd name="adj" fmla="val 1538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1188720"/>
            <a:ext cx="356616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716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 Java Selenium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Page Object Model (POM)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BaseTest @BeforeClass setup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@Test with explicit waits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TestNG annotations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Realistic locators (ID/CSS/XPath)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0" y="1188720"/>
            <a:ext cx="3566160" cy="5029200"/>
          </a:xfrm>
          <a:prstGeom prst="roundRect">
            <a:avLst>
              <a:gd name="adj" fmla="val 1538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0" y="1188720"/>
            <a:ext cx="356616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13716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  TypeScript Playwright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97680" y="1920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test.describe blocks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0" y="25603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page.goto + locator selectors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97680" y="3200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expect() assertions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97680" y="3840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async/await pattern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97680" y="4480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Screenshot on failure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55280" y="1188720"/>
            <a:ext cx="3566160" cy="5029200"/>
          </a:xfrm>
          <a:prstGeom prst="roundRect">
            <a:avLst>
              <a:gd name="adj" fmla="val 1538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55280" y="1188720"/>
            <a:ext cx="356616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92440" y="13716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TestComplete JS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38160" y="1920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Aliases-based object mapping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38160" y="25603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Log.Message step logging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38160" y="3200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TestedApps launch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38160" y="3840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Checkpoint assertions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38160" y="4480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Proper test function structure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 Module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118872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Swagger/OpenAPI file upload &amp; parsing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66420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Auto-discovery of all endpoints &amp; schemas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2139696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Base URL resolution from servers[] array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615184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Bearer token authentication injection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3090672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Parameter collection for required values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5661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Prevents hallucinated parameter values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404164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Schema-compliant realistic test body generation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4517136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20-endpoint batch test execution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1097280"/>
            <a:ext cx="5852160" cy="5029200"/>
          </a:xfrm>
          <a:prstGeom prst="roundRect">
            <a:avLst>
              <a:gd name="adj" fmla="val 1091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0" y="1097280"/>
            <a:ext cx="585216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325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Collection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1188720" cy="320040"/>
          </a:xfrm>
          <a:prstGeom prst="rect">
            <a:avLst/>
          </a:prstGeom>
          <a:solidFill>
            <a:srgbClr val="1A3A5C"/>
          </a:solidFill>
          <a:ln w="6350">
            <a:solidFill>
              <a:srgbClr val="00B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828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0" y="1828800"/>
            <a:ext cx="1005840" cy="320040"/>
          </a:xfrm>
          <a:prstGeom prst="rect">
            <a:avLst/>
          </a:prstGeom>
          <a:solidFill>
            <a:srgbClr val="1A3A5C"/>
          </a:solidFill>
          <a:ln w="6350">
            <a:solidFill>
              <a:srgbClr val="00B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18288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21040" y="1828800"/>
            <a:ext cx="1097280" cy="320040"/>
          </a:xfrm>
          <a:prstGeom prst="rect">
            <a:avLst/>
          </a:prstGeom>
          <a:solidFill>
            <a:srgbClr val="1A3A5C"/>
          </a:solidFill>
          <a:ln w="6350">
            <a:solidFill>
              <a:srgbClr val="00B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1828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418320" y="1828800"/>
            <a:ext cx="1828800" cy="320040"/>
          </a:xfrm>
          <a:prstGeom prst="rect">
            <a:avLst/>
          </a:prstGeom>
          <a:solidFill>
            <a:srgbClr val="1A3A5C"/>
          </a:solidFill>
          <a:ln w="6350">
            <a:solidFill>
              <a:srgbClr val="00B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2148840"/>
            <a:ext cx="1188720" cy="347472"/>
          </a:xfrm>
          <a:prstGeom prst="rect">
            <a:avLst/>
          </a:prstGeom>
          <a:solidFill>
            <a:srgbClr val="0D1F3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21488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0" y="2148840"/>
            <a:ext cx="1005840" cy="347472"/>
          </a:xfrm>
          <a:prstGeom prst="rect">
            <a:avLst/>
          </a:prstGeom>
          <a:solidFill>
            <a:srgbClr val="0D1F3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0920" y="21488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321040" y="2148840"/>
            <a:ext cx="1097280" cy="347472"/>
          </a:xfrm>
          <a:prstGeom prst="rect">
            <a:avLst/>
          </a:prstGeom>
          <a:solidFill>
            <a:srgbClr val="0D1F3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66760" y="21488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418320" y="2148840"/>
            <a:ext cx="1828800" cy="347472"/>
          </a:xfrm>
          <a:prstGeom prst="rect">
            <a:avLst/>
          </a:prstGeom>
          <a:solidFill>
            <a:srgbClr val="0D1F3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64040" y="21488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12345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2496312"/>
            <a:ext cx="1188720" cy="347472"/>
          </a:xfrm>
          <a:prstGeom prst="rect">
            <a:avLst/>
          </a:prstGeom>
          <a:solidFill>
            <a:srgbClr val="0F284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249631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15200" y="2496312"/>
            <a:ext cx="1005840" cy="347472"/>
          </a:xfrm>
          <a:prstGeom prst="rect">
            <a:avLst/>
          </a:prstGeom>
          <a:solidFill>
            <a:srgbClr val="0F284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60920" y="249631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321040" y="2496312"/>
            <a:ext cx="1097280" cy="347472"/>
          </a:xfrm>
          <a:prstGeom prst="rect">
            <a:avLst/>
          </a:prstGeom>
          <a:solidFill>
            <a:srgbClr val="0F284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66760" y="249631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418320" y="2496312"/>
            <a:ext cx="1828800" cy="347472"/>
          </a:xfrm>
          <a:prstGeom prst="rect">
            <a:avLst/>
          </a:prstGeom>
          <a:solidFill>
            <a:srgbClr val="0F284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64040" y="249631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26480" y="2843784"/>
            <a:ext cx="1188720" cy="347472"/>
          </a:xfrm>
          <a:prstGeom prst="rect">
            <a:avLst/>
          </a:prstGeom>
          <a:solidFill>
            <a:srgbClr val="0D1F3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72200" y="284378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api_key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315200" y="2843784"/>
            <a:ext cx="1005840" cy="347472"/>
          </a:xfrm>
          <a:prstGeom prst="rect">
            <a:avLst/>
          </a:prstGeom>
          <a:solidFill>
            <a:srgbClr val="0D1F3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60920" y="284378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321040" y="2843784"/>
            <a:ext cx="1097280" cy="347472"/>
          </a:xfrm>
          <a:prstGeom prst="rect">
            <a:avLst/>
          </a:prstGeom>
          <a:solidFill>
            <a:srgbClr val="0D1F3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66760" y="284378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418320" y="2843784"/>
            <a:ext cx="1828800" cy="347472"/>
          </a:xfrm>
          <a:prstGeom prst="rect">
            <a:avLst/>
          </a:prstGeom>
          <a:solidFill>
            <a:srgbClr val="0D1F3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464040" y="284378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special-key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126480" y="3337560"/>
            <a:ext cx="5394960" cy="411480"/>
          </a:xfrm>
          <a:prstGeom prst="roundRect">
            <a:avLst>
              <a:gd name="adj" fmla="val 8889"/>
            </a:avLst>
          </a:prstGeom>
          <a:solidFill>
            <a:srgbClr val="061830"/>
          </a:solidFill>
          <a:ln w="9525">
            <a:solidFill>
              <a:srgbClr val="00B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63640" y="335584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Token:  ••••••••••••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132320" y="3977640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32320" y="39776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Tests →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Upload &amp; Batch Processing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118872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Upload entire project directory (zip or folder)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508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Drag-and-drop or browse to select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84708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Auto-detection of source files by extension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21671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.java, .ts, .js, .py and more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505456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Parallel AI generation across multiple files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82549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Concurrent Claude API calls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16382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Aggregated ZIP with mirrored folder structure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34838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Preserves original directory layout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82219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Progress tracking per file with status indicators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4142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Real-time status per file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448056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Error isolation — one failure doesn't block others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Fault-tolerant batch execution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188720"/>
            <a:ext cx="5486400" cy="1463040"/>
          </a:xfrm>
          <a:prstGeom prst="roundRect">
            <a:avLst>
              <a:gd name="adj" fmla="val 3750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13258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100s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217920" y="2148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per session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2834640"/>
            <a:ext cx="5486400" cy="1463040"/>
          </a:xfrm>
          <a:prstGeom prst="roundRect">
            <a:avLst>
              <a:gd name="adj" fmla="val 3750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17920" y="29718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Mirrored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217920" y="3794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folder structure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4480560"/>
            <a:ext cx="5486400" cy="1463040"/>
          </a:xfrm>
          <a:prstGeom prst="roundRect">
            <a:avLst>
              <a:gd name="adj" fmla="val 3750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17920" y="46177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Config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217920" y="5440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auto-detected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Preview &amp; ZIP Download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5669280" cy="5029200"/>
          </a:xfrm>
          <a:prstGeom prst="roundRect">
            <a:avLst>
              <a:gd name="adj" fmla="val 1091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1188720"/>
            <a:ext cx="5669280" cy="45720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07008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tests/LoginPageTest.java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78308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FB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@Test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2130552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FB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testLogin() {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478024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FB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LoginPage page = new LoginPage(driver);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825496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FB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page.enterUsername("testUser");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3172968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FB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page.enterPassword("pass123");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52044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FB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page.clickLogin();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867912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FB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Assert.assertTrue(page.isLoggedIn());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4215384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FB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5029200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5029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Selenium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920240" y="502920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0D1F38"/>
          </a:solidFill>
          <a:ln w="6350">
            <a:solidFill>
              <a:srgbClr val="A0C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50292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lines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17920" y="1188720"/>
            <a:ext cx="5486400" cy="5029200"/>
          </a:xfrm>
          <a:prstGeom prst="roundRect">
            <a:avLst>
              <a:gd name="adj" fmla="val 1091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55080" y="14173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Structure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192024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226771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test/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2615184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java/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55080" y="2962656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tests/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55080" y="331012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LoginPageTest.java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5080" y="365760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pages/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5080" y="400507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LoginPage.java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55080" y="4352544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resources/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4700016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testng.xml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504748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pom.xml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539496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Self-Healing Framework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686800" y="182880"/>
            <a:ext cx="3108960" cy="384048"/>
          </a:xfrm>
          <a:prstGeom prst="roundRect">
            <a:avLst>
              <a:gd name="adj" fmla="val 14286"/>
            </a:avLst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0" y="1828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in Phase 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5303520" cy="2011680"/>
          </a:xfrm>
          <a:prstGeom prst="roundRect">
            <a:avLst>
              <a:gd name="adj" fmla="val 2727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45920"/>
            <a:ext cx="530352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745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Auto-Repair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359152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repairs broken locators when DOM changes are detected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5303520" cy="2011680"/>
          </a:xfrm>
          <a:prstGeom prst="roundRect">
            <a:avLst>
              <a:gd name="adj" fmla="val 2727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645920"/>
            <a:ext cx="530352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8745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Selector Fallback Chain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2359152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→ CSS → XPath → Text content — tries all before failing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840480"/>
            <a:ext cx="5303520" cy="2011680"/>
          </a:xfrm>
          <a:prstGeom prst="roundRect">
            <a:avLst>
              <a:gd name="adj" fmla="val 2727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840480"/>
            <a:ext cx="530352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0690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Failure Fingerprinting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4553712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failures as locator, timing, data, or logic issues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3840480"/>
            <a:ext cx="5303520" cy="2011680"/>
          </a:xfrm>
          <a:prstGeom prst="roundRect">
            <a:avLst>
              <a:gd name="adj" fmla="val 2727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3840480"/>
            <a:ext cx="530352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40690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Maintenance Dashboard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4553712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healing events, locator health scores, and repair history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Integration &amp; Shift-Left Testing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828800"/>
            <a:ext cx="1737360" cy="1280160"/>
          </a:xfrm>
          <a:prstGeom prst="roundRect">
            <a:avLst>
              <a:gd name="adj" fmla="val 4286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1828800"/>
            <a:ext cx="173736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92024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Commit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03120" y="1828800"/>
            <a:ext cx="1737360" cy="1280160"/>
          </a:xfrm>
          <a:prstGeom prst="roundRect">
            <a:avLst>
              <a:gd name="adj" fmla="val 4286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103120" y="1828800"/>
            <a:ext cx="173736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192024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2.0 Triggered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31920" y="1828800"/>
            <a:ext cx="1737360" cy="1280160"/>
          </a:xfrm>
          <a:prstGeom prst="roundRect">
            <a:avLst>
              <a:gd name="adj" fmla="val 4286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931920" y="1828800"/>
            <a:ext cx="173736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192024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Generated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60720" y="1828800"/>
            <a:ext cx="1737360" cy="1280160"/>
          </a:xfrm>
          <a:prstGeom prst="roundRect">
            <a:avLst>
              <a:gd name="adj" fmla="val 4286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60720" y="1828800"/>
            <a:ext cx="173736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192024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Executed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0" y="1828800"/>
            <a:ext cx="1737360" cy="1280160"/>
          </a:xfrm>
          <a:prstGeom prst="roundRect">
            <a:avLst>
              <a:gd name="adj" fmla="val 4286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589520" y="1828800"/>
            <a:ext cx="173736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0" y="192024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Reported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418320" y="1828800"/>
            <a:ext cx="1737360" cy="1280160"/>
          </a:xfrm>
          <a:prstGeom prst="roundRect">
            <a:avLst>
              <a:gd name="adj" fmla="val 4286"/>
            </a:avLst>
          </a:prstGeom>
          <a:solidFill>
            <a:srgbClr val="0D1F38"/>
          </a:solidFill>
          <a:ln w="9525">
            <a:solidFill>
              <a:srgbClr val="00FF8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418320" y="1828800"/>
            <a:ext cx="173736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0" y="192024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Decision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7452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70332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3212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36092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8972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365760" y="3474720"/>
            <a:ext cx="2651760" cy="1280160"/>
          </a:xfrm>
          <a:prstGeom prst="roundRect">
            <a:avLst>
              <a:gd name="adj" fmla="val 4286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35661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REST API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108960" y="3474720"/>
            <a:ext cx="2651760" cy="1280160"/>
          </a:xfrm>
          <a:prstGeom prst="roundRect">
            <a:avLst>
              <a:gd name="adj" fmla="val 4286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00400" y="35661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🪝  Webhooks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852160" y="3474720"/>
            <a:ext cx="2651760" cy="1280160"/>
          </a:xfrm>
          <a:prstGeom prst="roundRect">
            <a:avLst>
              <a:gd name="adj" fmla="val 4286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943600" y="35661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JUnit/TestNG XML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595360" y="3474720"/>
            <a:ext cx="2651760" cy="1280160"/>
          </a:xfrm>
          <a:prstGeom prst="roundRect">
            <a:avLst>
              <a:gd name="adj" fmla="val 4286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686800" y="35661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GitHub/Jenkins/Azure DevOps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Architecture &amp; Security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280160"/>
            <a:ext cx="3566160" cy="1920240"/>
          </a:xfrm>
          <a:prstGeom prst="roundRect">
            <a:avLst>
              <a:gd name="adj" fmla="val 2857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1280160"/>
            <a:ext cx="356616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4630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Tenant Isolation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938528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generation contexts per organization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0" y="1280160"/>
            <a:ext cx="3566160" cy="1920240"/>
          </a:xfrm>
          <a:prstGeom prst="roundRect">
            <a:avLst>
              <a:gd name="adj" fmla="val 2857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0" y="1280160"/>
            <a:ext cx="356616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51960" y="14630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API Key Management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51960" y="1938528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Claude API key configuration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0" y="1280160"/>
            <a:ext cx="3566160" cy="1920240"/>
          </a:xfrm>
          <a:prstGeom prst="roundRect">
            <a:avLst>
              <a:gd name="adj" fmla="val 2857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955280" y="1280160"/>
            <a:ext cx="356616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14630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Audit Trail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92440" y="1938528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history and user activity logs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474720"/>
            <a:ext cx="3566160" cy="1920240"/>
          </a:xfrm>
          <a:prstGeom prst="roundRect">
            <a:avLst>
              <a:gd name="adj" fmla="val 2857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474720"/>
            <a:ext cx="356616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6576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Role-Based Access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133088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QA Lead / QA Engineer roles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0" y="3474720"/>
            <a:ext cx="3566160" cy="1920240"/>
          </a:xfrm>
          <a:prstGeom prst="roundRect">
            <a:avLst>
              <a:gd name="adj" fmla="val 2857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0" y="3474720"/>
            <a:ext cx="356616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1960" y="36576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Data Privacy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51960" y="4133088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source code retained post-generation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55280" y="3474720"/>
            <a:ext cx="3566160" cy="1920240"/>
          </a:xfrm>
          <a:prstGeom prst="roundRect">
            <a:avLst>
              <a:gd name="adj" fmla="val 2857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55280" y="3474720"/>
            <a:ext cx="356616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92440" y="36576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Compliance-Ready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92440" y="4133088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data retention policies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Impact &amp; Metrics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280160"/>
            <a:ext cx="3566160" cy="2011680"/>
          </a:xfrm>
          <a:prstGeom prst="roundRect">
            <a:avLst>
              <a:gd name="adj" fmla="val 2727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3716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11480" y="2651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Supported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0" y="1280160"/>
            <a:ext cx="3566160" cy="2011680"/>
          </a:xfrm>
          <a:prstGeom prst="roundRect">
            <a:avLst>
              <a:gd name="adj" fmla="val 2727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0" y="13716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251960" y="2651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Score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55280" y="1280160"/>
            <a:ext cx="3566160" cy="2011680"/>
          </a:xfrm>
          <a:prstGeom prst="roundRect">
            <a:avLst>
              <a:gd name="adj" fmla="val 2727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55280" y="13716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&lt;30s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8092440" y="2651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Suite Generation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566160"/>
            <a:ext cx="3566160" cy="2011680"/>
          </a:xfrm>
          <a:prstGeom prst="roundRect">
            <a:avLst>
              <a:gd name="adj" fmla="val 2727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" y="36576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11480" y="4937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Scaffolding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0" y="3566160"/>
            <a:ext cx="3566160" cy="2011680"/>
          </a:xfrm>
          <a:prstGeom prst="roundRect">
            <a:avLst>
              <a:gd name="adj" fmla="val 2727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0" y="36576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4251960" y="4937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Coverage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55280" y="3566160"/>
            <a:ext cx="3566160" cy="2011680"/>
          </a:xfrm>
          <a:prstGeom prst="roundRect">
            <a:avLst>
              <a:gd name="adj" fmla="val 2727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955280" y="36576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8092440" y="4937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CI-Ready Output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3566160" cy="4572000"/>
          </a:xfrm>
          <a:prstGeom prst="roundRect">
            <a:avLst>
              <a:gd name="adj" fmla="val 1538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88720"/>
            <a:ext cx="3566160" cy="50292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NOW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Multi-framework code generation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53288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API testing with Swagger support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191256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Folder upload + batch processing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849624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Code preview + ZIP download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50799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TestComplete JS generator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0" y="1188720"/>
            <a:ext cx="3566160" cy="4572000"/>
          </a:xfrm>
          <a:prstGeom prst="roundRect">
            <a:avLst>
              <a:gd name="adj" fmla="val 1538"/>
            </a:avLst>
          </a:prstGeom>
          <a:solidFill>
            <a:srgbClr val="0D1F38"/>
          </a:solidFill>
          <a:ln w="9525">
            <a:solidFill>
              <a:srgbClr val="1A5C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1188720"/>
            <a:ext cx="3566160" cy="502920"/>
          </a:xfrm>
          <a:prstGeom prst="rect">
            <a:avLst/>
          </a:prstGeom>
          <a:solidFill>
            <a:srgbClr val="1A5C7A"/>
          </a:solidFill>
          <a:ln w="12700">
            <a:solidFill>
              <a:srgbClr val="1A5C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1887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Q2-Q3 2026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97680" y="1874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◯  Visual regression testing module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97680" y="253288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◯  Self-healing locator engine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97680" y="3191256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◯  Test impact analysis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97680" y="3849624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◯  Jira story auto-trigger integration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55280" y="1188720"/>
            <a:ext cx="3566160" cy="4572000"/>
          </a:xfrm>
          <a:prstGeom prst="roundRect">
            <a:avLst>
              <a:gd name="adj" fmla="val 1538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1188720"/>
            <a:ext cx="3566160" cy="502920"/>
          </a:xfrm>
          <a:prstGeom prst="rect">
            <a:avLst/>
          </a:prstGeom>
          <a:solidFill>
            <a:srgbClr val="0D1F38"/>
          </a:solidFill>
          <a:ln w="12700">
            <a:solidFill>
              <a:srgbClr val="0D1F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0" y="11887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Future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38160" y="1874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◯  6-Agent autonomous execution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38160" y="253288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◯  CI/CD-native deployment mode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38160" y="3191256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◯  Python &amp; C# language support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38160" y="3849624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◯  Enterprise SSO + compliance audit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88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2.0 — Where AI Meets Enterprise QA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0" y="2194560"/>
            <a:ext cx="12188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teams who can't afford slow releases or fragile tests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2926080" cy="1097280"/>
          </a:xfrm>
          <a:prstGeom prst="roundRect">
            <a:avLst>
              <a:gd name="adj" fmla="val 6667"/>
            </a:avLst>
          </a:prstGeom>
          <a:solidFill>
            <a:srgbClr val="00BFFF"/>
          </a:solidFill>
          <a:ln w="19050">
            <a:solidFill>
              <a:srgbClr val="00B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2004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Request Demo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0" y="3200400"/>
            <a:ext cx="2926080" cy="1097280"/>
          </a:xfrm>
          <a:prstGeom prst="roundRect">
            <a:avLst>
              <a:gd name="adj" fmla="val 6667"/>
            </a:avLst>
          </a:prstGeom>
          <a:solidFill>
            <a:srgbClr val="0D1F38"/>
          </a:solidFill>
          <a:ln w="19050">
            <a:solidFill>
              <a:srgbClr val="00B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0" y="32004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View Docs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498080" y="3200400"/>
            <a:ext cx="2926080" cy="1097280"/>
          </a:xfrm>
          <a:prstGeom prst="roundRect">
            <a:avLst>
              <a:gd name="adj" fmla="val 6667"/>
            </a:avLst>
          </a:prstGeom>
          <a:solidFill>
            <a:srgbClr val="0D1F38"/>
          </a:solidFill>
          <a:ln w="19050">
            <a:solidFill>
              <a:srgbClr val="00B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32004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Start Free Trial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0" y="5029200"/>
            <a:ext cx="12188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Info Systems  |  nous.com  |  enterprise-grade AI testing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2026-03-30T10:01:02Z</dcterms:created>
  <dcterms:modified xsi:type="dcterms:W3CDTF">2026-03-30T10:01:02Z</dcterms:modified>
</cp:coreProperties>
</file>